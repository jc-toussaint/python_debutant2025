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56" r:id="rId4"/>
    <p:sldId id="262" r:id="rId5"/>
    <p:sldId id="259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974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3855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38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00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8191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236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6516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573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12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68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879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9DB24-8676-4CEF-B97F-8855D8F3431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8E820-FB2E-4AF0-91F3-915DD34E734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74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Connexion sous linux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Login : formation2</a:t>
            </a:r>
          </a:p>
          <a:p>
            <a:pPr marL="0" indent="0">
              <a:buNone/>
            </a:pPr>
            <a:r>
              <a:rPr lang="fr-FR" dirty="0" err="1" smtClean="0"/>
              <a:t>Password</a:t>
            </a:r>
            <a:r>
              <a:rPr lang="fr-FR" dirty="0" smtClean="0"/>
              <a:t> Form@tionPython25</a:t>
            </a:r>
          </a:p>
        </p:txBody>
      </p:sp>
    </p:spTree>
    <p:extLst>
      <p:ext uri="{BB962C8B-B14F-4D97-AF65-F5344CB8AC3E}">
        <p14:creationId xmlns:p14="http://schemas.microsoft.com/office/powerpoint/2010/main" val="113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59556" y="474134"/>
            <a:ext cx="761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Environnements </a:t>
            </a:r>
            <a:r>
              <a:rPr lang="fr-FR" sz="4000" dirty="0" smtClean="0"/>
              <a:t>Python avec </a:t>
            </a:r>
            <a:r>
              <a:rPr lang="fr-FR" sz="4000" dirty="0" err="1" smtClean="0"/>
              <a:t>conda</a:t>
            </a:r>
            <a:endParaRPr lang="fr-FR" sz="4000" dirty="0"/>
          </a:p>
        </p:txBody>
      </p:sp>
      <p:sp>
        <p:nvSpPr>
          <p:cNvPr id="7" name="ZoneTexte 6"/>
          <p:cNvSpPr txBox="1"/>
          <p:nvPr/>
        </p:nvSpPr>
        <p:spPr>
          <a:xfrm>
            <a:off x="959556" y="1332089"/>
            <a:ext cx="692401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smtClean="0"/>
              <a:t>Dans Terminal linux</a:t>
            </a:r>
            <a:endParaRPr lang="fr-FR" sz="2000" dirty="0" smtClean="0"/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create</a:t>
            </a:r>
            <a:r>
              <a:rPr lang="fr-FR" sz="2000" dirty="0" smtClean="0"/>
              <a:t> --</a:t>
            </a:r>
            <a:r>
              <a:rPr lang="fr-FR" sz="2000" dirty="0" err="1" smtClean="0"/>
              <a:t>prefix</a:t>
            </a:r>
            <a:r>
              <a:rPr lang="fr-FR" sz="2000" dirty="0" smtClean="0"/>
              <a:t> ~/mon-espace/mon_env3.12  python=3.12</a:t>
            </a:r>
          </a:p>
          <a:p>
            <a:endParaRPr lang="fr-FR" sz="2000" dirty="0"/>
          </a:p>
          <a:p>
            <a:r>
              <a:rPr lang="fr-FR" sz="2000" dirty="0" err="1"/>
              <a:t>c</a:t>
            </a:r>
            <a:r>
              <a:rPr lang="fr-FR" sz="2000" dirty="0" err="1" smtClean="0"/>
              <a:t>onda</a:t>
            </a:r>
            <a:r>
              <a:rPr lang="fr-FR" sz="2000" dirty="0" smtClean="0"/>
              <a:t> </a:t>
            </a:r>
            <a:r>
              <a:rPr lang="fr-FR" sz="2000" dirty="0" err="1" smtClean="0"/>
              <a:t>init</a:t>
            </a:r>
            <a:endParaRPr lang="fr-FR" sz="2000" dirty="0" smtClean="0"/>
          </a:p>
          <a:p>
            <a:r>
              <a:rPr lang="fr-FR" sz="2000" dirty="0"/>
              <a:t>s</a:t>
            </a:r>
            <a:r>
              <a:rPr lang="fr-FR" sz="2000" dirty="0" smtClean="0"/>
              <a:t>ource .</a:t>
            </a:r>
            <a:r>
              <a:rPr lang="fr-FR" sz="2000" dirty="0" err="1" smtClean="0"/>
              <a:t>bashrc</a:t>
            </a:r>
            <a:endParaRPr lang="fr-FR" sz="2000" dirty="0" smtClean="0"/>
          </a:p>
          <a:p>
            <a:endParaRPr lang="fr-FR" sz="2000" dirty="0"/>
          </a:p>
          <a:p>
            <a:r>
              <a:rPr lang="fr-FR" sz="2000" dirty="0" smtClean="0"/>
              <a:t>Pour activer l’environnement mon_env3.12</a:t>
            </a:r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activate</a:t>
            </a:r>
            <a:r>
              <a:rPr lang="fr-FR" sz="2000" dirty="0" smtClean="0"/>
              <a:t> </a:t>
            </a:r>
            <a:r>
              <a:rPr lang="fr-FR" sz="2000" dirty="0"/>
              <a:t>~/</a:t>
            </a:r>
            <a:r>
              <a:rPr lang="fr-FR" sz="2000" dirty="0" smtClean="0"/>
              <a:t>mon-espace/mon_env3.12 </a:t>
            </a:r>
          </a:p>
          <a:p>
            <a:endParaRPr lang="fr-FR" sz="2000" dirty="0"/>
          </a:p>
          <a:p>
            <a:r>
              <a:rPr lang="fr-FR" sz="2000" dirty="0" smtClean="0"/>
              <a:t>Pour voir les packages</a:t>
            </a:r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list</a:t>
            </a:r>
            <a:endParaRPr lang="fr-FR" sz="2000" dirty="0" smtClean="0"/>
          </a:p>
          <a:p>
            <a:endParaRPr lang="fr-FR" sz="2000" dirty="0"/>
          </a:p>
          <a:p>
            <a:r>
              <a:rPr lang="fr-FR" sz="2000" dirty="0" smtClean="0"/>
              <a:t>Pour installer le package </a:t>
            </a:r>
            <a:r>
              <a:rPr lang="fr-FR" sz="2000" dirty="0" err="1" smtClean="0"/>
              <a:t>numpy</a:t>
            </a:r>
            <a:endParaRPr lang="fr-FR" sz="2000" dirty="0" smtClean="0"/>
          </a:p>
          <a:p>
            <a:r>
              <a:rPr lang="fr-FR" sz="2000" dirty="0" err="1"/>
              <a:t>c</a:t>
            </a:r>
            <a:r>
              <a:rPr lang="fr-FR" sz="2000" dirty="0" err="1" smtClean="0"/>
              <a:t>onda</a:t>
            </a:r>
            <a:r>
              <a:rPr lang="fr-FR" sz="2000" dirty="0" smtClean="0"/>
              <a:t> </a:t>
            </a:r>
            <a:r>
              <a:rPr lang="fr-FR" sz="2000" dirty="0" err="1" smtClean="0"/>
              <a:t>install</a:t>
            </a:r>
            <a:r>
              <a:rPr lang="fr-FR" sz="2000" dirty="0" smtClean="0"/>
              <a:t> </a:t>
            </a:r>
            <a:r>
              <a:rPr lang="fr-FR" sz="2000" dirty="0" err="1" smtClean="0"/>
              <a:t>numpy</a:t>
            </a:r>
            <a:endParaRPr lang="fr-FR" sz="2000" dirty="0" smtClean="0"/>
          </a:p>
        </p:txBody>
      </p:sp>
      <p:sp>
        <p:nvSpPr>
          <p:cNvPr id="2" name="ZoneTexte 1"/>
          <p:cNvSpPr txBox="1"/>
          <p:nvPr/>
        </p:nvSpPr>
        <p:spPr>
          <a:xfrm>
            <a:off x="7251700" y="2611425"/>
            <a:ext cx="370223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Optionnel</a:t>
            </a:r>
          </a:p>
          <a:p>
            <a:r>
              <a:rPr lang="fr-FR" sz="2000" dirty="0" smtClean="0"/>
              <a:t>Liste des fichiers &amp; répertoires </a:t>
            </a:r>
          </a:p>
          <a:p>
            <a:r>
              <a:rPr lang="fr-FR" sz="2000" dirty="0" smtClean="0"/>
              <a:t>de l’environnement mon_env3.12</a:t>
            </a:r>
          </a:p>
          <a:p>
            <a:endParaRPr lang="fr-FR" sz="2000" dirty="0"/>
          </a:p>
          <a:p>
            <a:r>
              <a:rPr lang="fr-FR" sz="2000" dirty="0" err="1"/>
              <a:t>l</a:t>
            </a:r>
            <a:r>
              <a:rPr lang="fr-FR" sz="2000" dirty="0" err="1" smtClean="0"/>
              <a:t>s</a:t>
            </a:r>
            <a:r>
              <a:rPr lang="fr-FR" sz="2000" dirty="0" smtClean="0"/>
              <a:t> ~/mon-espace </a:t>
            </a:r>
            <a:endParaRPr lang="fr-FR" sz="2000" dirty="0"/>
          </a:p>
        </p:txBody>
      </p:sp>
      <p:sp>
        <p:nvSpPr>
          <p:cNvPr id="4" name="Pensées 3"/>
          <p:cNvSpPr/>
          <p:nvPr/>
        </p:nvSpPr>
        <p:spPr>
          <a:xfrm>
            <a:off x="9410700" y="216819"/>
            <a:ext cx="2476500" cy="142940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/>
              <a:t>LINUX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94789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959556" y="474134"/>
            <a:ext cx="761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Environnements </a:t>
            </a:r>
            <a:r>
              <a:rPr lang="fr-FR" sz="4000" dirty="0" smtClean="0"/>
              <a:t>Python avec </a:t>
            </a:r>
            <a:r>
              <a:rPr lang="fr-FR" sz="4000" dirty="0" err="1" smtClean="0"/>
              <a:t>conda</a:t>
            </a:r>
            <a:endParaRPr lang="fr-FR" sz="4000" dirty="0"/>
          </a:p>
        </p:txBody>
      </p:sp>
      <p:sp>
        <p:nvSpPr>
          <p:cNvPr id="7" name="ZoneTexte 6"/>
          <p:cNvSpPr txBox="1"/>
          <p:nvPr/>
        </p:nvSpPr>
        <p:spPr>
          <a:xfrm>
            <a:off x="959556" y="1332089"/>
            <a:ext cx="7910499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/>
              <a:t>Dans Anaconda </a:t>
            </a:r>
            <a:r>
              <a:rPr lang="fr-FR" sz="2000" dirty="0" err="1" smtClean="0"/>
              <a:t>Powershell</a:t>
            </a:r>
            <a:r>
              <a:rPr lang="fr-FR" sz="2000" dirty="0" smtClean="0"/>
              <a:t> </a:t>
            </a:r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create</a:t>
            </a:r>
            <a:r>
              <a:rPr lang="fr-FR" sz="2000" dirty="0" smtClean="0"/>
              <a:t> --</a:t>
            </a:r>
            <a:r>
              <a:rPr lang="fr-FR" sz="2000" dirty="0" err="1" smtClean="0"/>
              <a:t>prefix</a:t>
            </a:r>
            <a:r>
              <a:rPr lang="fr-FR" sz="2000" dirty="0" smtClean="0"/>
              <a:t> C:\Users\toussaij\my_envs\mon_env3.8  python=3.8</a:t>
            </a:r>
          </a:p>
          <a:p>
            <a:endParaRPr lang="fr-FR" sz="2000" dirty="0"/>
          </a:p>
          <a:p>
            <a:r>
              <a:rPr lang="fr-FR" sz="2000" dirty="0" smtClean="0"/>
              <a:t>Pour activer l’environnement mon_env3.8</a:t>
            </a:r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activate</a:t>
            </a:r>
            <a:r>
              <a:rPr lang="fr-FR" sz="2000" dirty="0" smtClean="0"/>
              <a:t> C:\Users\toussaij\my_envs\mon_env3.8</a:t>
            </a:r>
          </a:p>
          <a:p>
            <a:endParaRPr lang="fr-FR" sz="2000" dirty="0"/>
          </a:p>
          <a:p>
            <a:r>
              <a:rPr lang="fr-FR" sz="2000" dirty="0" smtClean="0"/>
              <a:t>Pour voir les packages</a:t>
            </a:r>
          </a:p>
          <a:p>
            <a:r>
              <a:rPr lang="fr-FR" sz="2000" dirty="0" err="1" smtClean="0"/>
              <a:t>conda</a:t>
            </a:r>
            <a:r>
              <a:rPr lang="fr-FR" sz="2000" dirty="0" smtClean="0"/>
              <a:t> </a:t>
            </a:r>
            <a:r>
              <a:rPr lang="fr-FR" sz="2000" dirty="0" err="1" smtClean="0"/>
              <a:t>list</a:t>
            </a:r>
            <a:endParaRPr lang="fr-FR" sz="2000" dirty="0" smtClean="0"/>
          </a:p>
          <a:p>
            <a:endParaRPr lang="fr-FR" sz="2000" dirty="0"/>
          </a:p>
          <a:p>
            <a:r>
              <a:rPr lang="fr-FR" sz="2000" dirty="0" smtClean="0"/>
              <a:t>Pour installer le package </a:t>
            </a:r>
            <a:r>
              <a:rPr lang="fr-FR" sz="2000" dirty="0" err="1" smtClean="0"/>
              <a:t>numpy</a:t>
            </a:r>
            <a:endParaRPr lang="fr-FR" sz="2000" dirty="0" smtClean="0"/>
          </a:p>
          <a:p>
            <a:r>
              <a:rPr lang="fr-FR" sz="2000" dirty="0" err="1"/>
              <a:t>c</a:t>
            </a:r>
            <a:r>
              <a:rPr lang="fr-FR" sz="2000" dirty="0" err="1" smtClean="0"/>
              <a:t>onda</a:t>
            </a:r>
            <a:r>
              <a:rPr lang="fr-FR" sz="2000" dirty="0" smtClean="0"/>
              <a:t> </a:t>
            </a:r>
            <a:r>
              <a:rPr lang="fr-FR" sz="2000" dirty="0" err="1" smtClean="0"/>
              <a:t>install</a:t>
            </a:r>
            <a:r>
              <a:rPr lang="fr-FR" sz="2000" dirty="0" smtClean="0"/>
              <a:t> </a:t>
            </a:r>
            <a:r>
              <a:rPr lang="fr-FR" sz="2000" dirty="0" err="1" smtClean="0"/>
              <a:t>numpy</a:t>
            </a:r>
            <a:endParaRPr lang="fr-FR" sz="2000" dirty="0" smtClean="0"/>
          </a:p>
        </p:txBody>
      </p:sp>
      <p:sp>
        <p:nvSpPr>
          <p:cNvPr id="4" name="Pensées 3"/>
          <p:cNvSpPr/>
          <p:nvPr/>
        </p:nvSpPr>
        <p:spPr>
          <a:xfrm>
            <a:off x="9055100" y="216820"/>
            <a:ext cx="3048000" cy="111527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WINDOWS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03506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59556" y="153352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 err="1"/>
              <a:t>conda</a:t>
            </a:r>
            <a:r>
              <a:rPr lang="fr-FR" dirty="0"/>
              <a:t> </a:t>
            </a:r>
            <a:r>
              <a:rPr lang="fr-FR" dirty="0" err="1"/>
              <a:t>init</a:t>
            </a:r>
            <a:endParaRPr lang="fr-FR" dirty="0"/>
          </a:p>
          <a:p>
            <a:pPr marL="0" indent="0">
              <a:buNone/>
            </a:pPr>
            <a:r>
              <a:rPr lang="fr-FR" dirty="0" err="1"/>
              <a:t>conda</a:t>
            </a:r>
            <a:r>
              <a:rPr lang="fr-FR" dirty="0"/>
              <a:t> </a:t>
            </a:r>
            <a:r>
              <a:rPr lang="fr-FR" dirty="0" err="1"/>
              <a:t>env</a:t>
            </a:r>
            <a:r>
              <a:rPr lang="fr-FR" dirty="0"/>
              <a:t> </a:t>
            </a:r>
            <a:r>
              <a:rPr lang="fr-FR" dirty="0" err="1"/>
              <a:t>list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source .</a:t>
            </a:r>
            <a:r>
              <a:rPr lang="fr-FR" dirty="0" err="1"/>
              <a:t>bashrc</a:t>
            </a:r>
            <a:endParaRPr lang="fr-FR" dirty="0"/>
          </a:p>
          <a:p>
            <a:pPr marL="0" indent="0">
              <a:buNone/>
            </a:pPr>
            <a:r>
              <a:rPr lang="fr-FR" dirty="0" err="1"/>
              <a:t>conda</a:t>
            </a:r>
            <a:r>
              <a:rPr lang="fr-FR" dirty="0"/>
              <a:t> </a:t>
            </a:r>
            <a:r>
              <a:rPr lang="fr-FR" dirty="0" err="1"/>
              <a:t>activate</a:t>
            </a:r>
            <a:r>
              <a:rPr lang="fr-FR" dirty="0"/>
              <a:t> </a:t>
            </a:r>
            <a:r>
              <a:rPr lang="fr-FR" dirty="0" err="1"/>
              <a:t>pysci</a:t>
            </a:r>
            <a:endParaRPr lang="fr-FR" dirty="0"/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#liste des packages</a:t>
            </a:r>
          </a:p>
          <a:p>
            <a:pPr marL="0" indent="0">
              <a:buNone/>
            </a:pPr>
            <a:r>
              <a:rPr lang="fr-FR" dirty="0" err="1"/>
              <a:t>conda</a:t>
            </a:r>
            <a:r>
              <a:rPr lang="fr-FR" dirty="0"/>
              <a:t> </a:t>
            </a:r>
            <a:r>
              <a:rPr lang="fr-FR" dirty="0" err="1"/>
              <a:t>list</a:t>
            </a: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#</a:t>
            </a:r>
            <a:r>
              <a:rPr lang="fr-FR" dirty="0" err="1" smtClean="0"/>
              <a:t>editeurs</a:t>
            </a:r>
            <a:r>
              <a:rPr lang="fr-FR" dirty="0" smtClean="0"/>
              <a:t> disponibles à l’exception de code</a:t>
            </a:r>
            <a:r>
              <a:rPr lang="fr-FR" dirty="0"/>
              <a:t/>
            </a:r>
            <a:br>
              <a:rPr lang="fr-FR" dirty="0"/>
            </a:br>
            <a:r>
              <a:rPr lang="fr-FR" dirty="0" err="1"/>
              <a:t>spyder</a:t>
            </a:r>
            <a:r>
              <a:rPr lang="fr-FR" dirty="0"/>
              <a:t> </a:t>
            </a:r>
            <a:r>
              <a:rPr lang="fr-FR" dirty="0" smtClean="0"/>
              <a:t>&amp;</a:t>
            </a:r>
            <a:endParaRPr lang="fr-FR" dirty="0"/>
          </a:p>
          <a:p>
            <a:pPr marL="0" indent="0">
              <a:buNone/>
            </a:pPr>
            <a:r>
              <a:rPr lang="fr-FR" dirty="0" smtClean="0"/>
              <a:t>/</a:t>
            </a:r>
            <a:r>
              <a:rPr lang="fr-FR" dirty="0" err="1"/>
              <a:t>opt</a:t>
            </a:r>
            <a:r>
              <a:rPr lang="fr-FR" dirty="0"/>
              <a:t>/pycharm-2025.2.3/bin/</a:t>
            </a:r>
            <a:r>
              <a:rPr lang="fr-FR" dirty="0" err="1"/>
              <a:t>pycharm</a:t>
            </a:r>
            <a:r>
              <a:rPr lang="fr-FR" dirty="0"/>
              <a:t> &amp;   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 err="1"/>
              <a:t>conda</a:t>
            </a:r>
            <a:r>
              <a:rPr lang="fr-FR" dirty="0"/>
              <a:t> </a:t>
            </a:r>
            <a:r>
              <a:rPr lang="fr-FR" dirty="0" err="1"/>
              <a:t>deactivate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959556" y="474134"/>
            <a:ext cx="6776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smtClean="0"/>
              <a:t>Environnement </a:t>
            </a:r>
            <a:r>
              <a:rPr lang="fr-FR" sz="4000" dirty="0" err="1" smtClean="0"/>
              <a:t>pysci</a:t>
            </a:r>
            <a:r>
              <a:rPr lang="fr-FR" sz="4000" dirty="0" smtClean="0"/>
              <a:t> @ </a:t>
            </a:r>
            <a:r>
              <a:rPr lang="fr-FR" sz="4000" dirty="0" err="1" smtClean="0"/>
              <a:t>Phelma</a:t>
            </a:r>
            <a:endParaRPr lang="fr-FR" sz="4000" dirty="0"/>
          </a:p>
        </p:txBody>
      </p:sp>
      <p:sp>
        <p:nvSpPr>
          <p:cNvPr id="5" name="Pensées 4"/>
          <p:cNvSpPr/>
          <p:nvPr/>
        </p:nvSpPr>
        <p:spPr>
          <a:xfrm>
            <a:off x="9410700" y="216819"/>
            <a:ext cx="2476500" cy="142940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smtClean="0"/>
              <a:t>LINUX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8815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9178" y="130614"/>
            <a:ext cx="10515600" cy="1325563"/>
          </a:xfrm>
        </p:spPr>
        <p:txBody>
          <a:bodyPr/>
          <a:lstStyle/>
          <a:p>
            <a:r>
              <a:rPr lang="fr-FR" dirty="0" smtClean="0"/>
              <a:t>Packager </a:t>
            </a:r>
            <a:r>
              <a:rPr lang="fr-FR" dirty="0" err="1" smtClean="0"/>
              <a:t>uv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9178" y="1173955"/>
            <a:ext cx="10515600" cy="50913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000" dirty="0" smtClean="0"/>
              <a:t>Installation sous </a:t>
            </a:r>
            <a:r>
              <a:rPr lang="fr-FR" sz="2000" dirty="0" err="1" smtClean="0"/>
              <a:t>windows</a:t>
            </a:r>
            <a:endParaRPr lang="fr-FR" sz="2000" dirty="0" smtClean="0"/>
          </a:p>
          <a:p>
            <a:pPr marL="0" indent="0">
              <a:buNone/>
            </a:pPr>
            <a:r>
              <a:rPr lang="en-US" sz="2000" dirty="0" err="1" smtClean="0"/>
              <a:t>powershell</a:t>
            </a:r>
            <a:r>
              <a:rPr lang="en-US" sz="2000" dirty="0" smtClean="0"/>
              <a:t> </a:t>
            </a:r>
            <a:r>
              <a:rPr lang="en-US" sz="2000" dirty="0"/>
              <a:t>-</a:t>
            </a:r>
            <a:r>
              <a:rPr lang="en-US" sz="2000" dirty="0" err="1"/>
              <a:t>ExecutionPolicy</a:t>
            </a:r>
            <a:r>
              <a:rPr lang="en-US" sz="2000" dirty="0"/>
              <a:t> </a:t>
            </a:r>
            <a:r>
              <a:rPr lang="en-US" sz="2000" dirty="0" err="1"/>
              <a:t>ByPass</a:t>
            </a:r>
            <a:r>
              <a:rPr lang="en-US" sz="2000" dirty="0"/>
              <a:t> -c "</a:t>
            </a:r>
            <a:r>
              <a:rPr lang="en-US" sz="2000" dirty="0" err="1"/>
              <a:t>irm</a:t>
            </a:r>
            <a:r>
              <a:rPr lang="en-US" sz="2000" dirty="0"/>
              <a:t> https://astral.sh/uv/install.ps1 | </a:t>
            </a:r>
            <a:r>
              <a:rPr lang="en-US" sz="2000" dirty="0" err="1" smtClean="0"/>
              <a:t>iex</a:t>
            </a:r>
            <a:r>
              <a:rPr lang="en-US" sz="2000" dirty="0" smtClean="0"/>
              <a:t>“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fr-FR" sz="2000" dirty="0" smtClean="0"/>
              <a:t>Installation sous linux</a:t>
            </a:r>
          </a:p>
          <a:p>
            <a:pPr marL="0" indent="0">
              <a:buNone/>
            </a:pPr>
            <a:r>
              <a:rPr lang="fr-FR" sz="2000" dirty="0" err="1" smtClean="0"/>
              <a:t>curl</a:t>
            </a:r>
            <a:r>
              <a:rPr lang="fr-FR" sz="2000" dirty="0" smtClean="0"/>
              <a:t> </a:t>
            </a:r>
            <a:r>
              <a:rPr lang="fr-FR" sz="2000" dirty="0"/>
              <a:t>-</a:t>
            </a:r>
            <a:r>
              <a:rPr lang="fr-FR" sz="2000" dirty="0" err="1"/>
              <a:t>LsSf</a:t>
            </a:r>
            <a:r>
              <a:rPr lang="fr-FR" sz="2000" dirty="0"/>
              <a:t> https://</a:t>
            </a:r>
            <a:r>
              <a:rPr lang="fr-FR" sz="2000" dirty="0" smtClean="0"/>
              <a:t>astral.sh/uv/install.sh | </a:t>
            </a:r>
            <a:r>
              <a:rPr lang="fr-FR" sz="2000" dirty="0" err="1" smtClean="0"/>
              <a:t>sudo</a:t>
            </a:r>
            <a:r>
              <a:rPr lang="fr-FR" sz="2000" dirty="0" smtClean="0"/>
              <a:t> sh</a:t>
            </a:r>
          </a:p>
          <a:p>
            <a:pPr marL="0" indent="0">
              <a:buNone/>
            </a:pPr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/>
              <a:t>Création d’un projet complet avec pyproject.py et main.py</a:t>
            </a:r>
            <a:endParaRPr lang="fr-FR" sz="2000" dirty="0"/>
          </a:p>
          <a:p>
            <a:pPr marL="0" indent="0">
              <a:buNone/>
            </a:pPr>
            <a:r>
              <a:rPr lang="en-US" sz="2000" dirty="0" err="1" smtClean="0"/>
              <a:t>uv</a:t>
            </a:r>
            <a:r>
              <a:rPr lang="en-US" sz="2000" dirty="0" smtClean="0"/>
              <a:t> </a:t>
            </a:r>
            <a:r>
              <a:rPr lang="en-US" sz="2000" dirty="0" err="1"/>
              <a:t>init</a:t>
            </a:r>
            <a:r>
              <a:rPr lang="en-US" sz="2000" dirty="0"/>
              <a:t> </a:t>
            </a:r>
            <a:r>
              <a:rPr lang="en-US" sz="2000" dirty="0" smtClean="0"/>
              <a:t>explore-</a:t>
            </a:r>
            <a:r>
              <a:rPr lang="en-US" sz="2000" dirty="0" err="1" smtClean="0"/>
              <a:t>uv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à"/>
            </a:pPr>
            <a:r>
              <a:rPr lang="en-US" sz="2000" dirty="0" smtClean="0"/>
              <a:t>Initialized </a:t>
            </a:r>
            <a:r>
              <a:rPr lang="en-US" sz="2000" dirty="0"/>
              <a:t>project `explore-</a:t>
            </a:r>
            <a:r>
              <a:rPr lang="en-US" sz="2000" dirty="0" err="1"/>
              <a:t>uv</a:t>
            </a:r>
            <a:r>
              <a:rPr lang="en-US" sz="2000" dirty="0"/>
              <a:t>` at `C:\Users\toussaij\explore-</a:t>
            </a:r>
            <a:r>
              <a:rPr lang="en-US" sz="2000" dirty="0" err="1"/>
              <a:t>uv</a:t>
            </a:r>
            <a:r>
              <a:rPr lang="en-US" sz="2000" dirty="0" smtClean="0"/>
              <a:t>`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</a:t>
            </a:r>
            <a:r>
              <a:rPr lang="en-US" sz="2000" dirty="0" smtClean="0"/>
              <a:t>d explore-</a:t>
            </a:r>
            <a:r>
              <a:rPr lang="en-US" sz="2000" dirty="0" err="1" smtClean="0"/>
              <a:t>uv</a:t>
            </a: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</a:t>
            </a:r>
            <a:r>
              <a:rPr lang="en-US" sz="2000" dirty="0" smtClean="0"/>
              <a:t>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uv</a:t>
            </a:r>
            <a:r>
              <a:rPr lang="en-US" sz="2000" dirty="0"/>
              <a:t> run .\main.py</a:t>
            </a: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803" y="2755062"/>
            <a:ext cx="4406384" cy="192916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803" y="5727566"/>
            <a:ext cx="4344006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12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35000" y="516114"/>
            <a:ext cx="10515600" cy="576050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FR" dirty="0"/>
              <a:t>Création d’un projet complet avec </a:t>
            </a:r>
            <a:r>
              <a:rPr lang="fr-FR" dirty="0" err="1" smtClean="0"/>
              <a:t>pyproject.toml</a:t>
            </a:r>
            <a:r>
              <a:rPr lang="fr-FR" dirty="0" smtClean="0"/>
              <a:t> </a:t>
            </a:r>
            <a:r>
              <a:rPr lang="fr-FR" dirty="0"/>
              <a:t>et main.py</a:t>
            </a:r>
          </a:p>
          <a:p>
            <a:pPr marL="0" indent="0">
              <a:buNone/>
            </a:pPr>
            <a:r>
              <a:rPr lang="en-US" sz="3800" dirty="0" err="1" smtClean="0"/>
              <a:t>uv</a:t>
            </a:r>
            <a:r>
              <a:rPr lang="en-US" sz="3800" dirty="0" smtClean="0"/>
              <a:t> </a:t>
            </a:r>
            <a:r>
              <a:rPr lang="en-US" sz="3800" dirty="0" err="1"/>
              <a:t>init</a:t>
            </a:r>
            <a:r>
              <a:rPr lang="en-US" sz="3800" dirty="0"/>
              <a:t> test_python3.8_uv --python </a:t>
            </a:r>
            <a:r>
              <a:rPr lang="en-US" sz="3800" dirty="0" smtClean="0"/>
              <a:t>3.8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/>
              <a:t># PowerShell   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$</a:t>
            </a:r>
            <a:r>
              <a:rPr lang="fr-FR" dirty="0" err="1"/>
              <a:t>env:VIRTUAL_ENV</a:t>
            </a:r>
            <a:r>
              <a:rPr lang="fr-FR" dirty="0"/>
              <a:t> = ".</a:t>
            </a:r>
            <a:r>
              <a:rPr lang="fr-FR" dirty="0" err="1"/>
              <a:t>venv</a:t>
            </a:r>
            <a:r>
              <a:rPr lang="fr-FR" dirty="0"/>
              <a:t>"   </a:t>
            </a:r>
            <a:endParaRPr lang="fr-FR" dirty="0" smtClean="0"/>
          </a:p>
          <a:p>
            <a:pPr marL="0" indent="0">
              <a:buNone/>
            </a:pPr>
            <a:r>
              <a:rPr lang="fr-FR" dirty="0" err="1" smtClean="0"/>
              <a:t>uv</a:t>
            </a:r>
            <a:r>
              <a:rPr lang="fr-FR" dirty="0" smtClean="0"/>
              <a:t> </a:t>
            </a:r>
            <a:r>
              <a:rPr lang="fr-FR" dirty="0" err="1"/>
              <a:t>run</a:t>
            </a:r>
            <a:r>
              <a:rPr lang="fr-FR" dirty="0"/>
              <a:t> .\</a:t>
            </a:r>
            <a:r>
              <a:rPr lang="fr-FR" dirty="0" smtClean="0"/>
              <a:t>main.py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python </a:t>
            </a:r>
            <a:r>
              <a:rPr lang="fr-FR" dirty="0" smtClean="0"/>
              <a:t> -V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fr-FR" dirty="0" smtClean="0">
                <a:sym typeface="Wingdings" panose="05000000000000000000" pitchFamily="2" charset="2"/>
              </a:rPr>
              <a:t>Python 3.8.10</a:t>
            </a:r>
          </a:p>
          <a:p>
            <a:pPr marL="0" indent="0">
              <a:buNone/>
            </a:pPr>
            <a:r>
              <a:rPr lang="fr-FR" dirty="0" smtClean="0">
                <a:sym typeface="Wingdings" panose="05000000000000000000" pitchFamily="2" charset="2"/>
              </a:rPr>
              <a:t>Si erreur</a:t>
            </a:r>
          </a:p>
          <a:p>
            <a:pPr marL="0" indent="0">
              <a:buNone/>
            </a:pPr>
            <a:r>
              <a:rPr lang="fr-FR" dirty="0" err="1">
                <a:sym typeface="Wingdings" panose="05000000000000000000" pitchFamily="2" charset="2"/>
              </a:rPr>
              <a:t>uv</a:t>
            </a:r>
            <a:r>
              <a:rPr lang="fr-FR" dirty="0">
                <a:sym typeface="Wingdings" panose="05000000000000000000" pitchFamily="2" charset="2"/>
              </a:rPr>
              <a:t> python </a:t>
            </a:r>
            <a:r>
              <a:rPr lang="fr-FR" dirty="0" err="1">
                <a:sym typeface="Wingdings" panose="05000000000000000000" pitchFamily="2" charset="2"/>
              </a:rPr>
              <a:t>install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smtClean="0">
                <a:sym typeface="Wingdings" panose="05000000000000000000" pitchFamily="2" charset="2"/>
              </a:rPr>
              <a:t>3.8</a:t>
            </a: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 smtClean="0">
                <a:sym typeface="Wingdings" panose="05000000000000000000" pitchFamily="2" charset="2"/>
              </a:rPr>
              <a:t>Ajout de </a:t>
            </a:r>
            <a:r>
              <a:rPr lang="fr-FR" dirty="0" err="1" smtClean="0">
                <a:sym typeface="Wingdings" panose="05000000000000000000" pitchFamily="2" charset="2"/>
              </a:rPr>
              <a:t>numpy</a:t>
            </a:r>
            <a:endParaRPr lang="fr-FR" dirty="0" smtClean="0">
              <a:sym typeface="Wingdings" panose="05000000000000000000" pitchFamily="2" charset="2"/>
            </a:endParaRPr>
          </a:p>
          <a:p>
            <a:pPr marL="0" lvl="0" indent="0">
              <a:buNone/>
            </a:pPr>
            <a:r>
              <a:rPr lang="fr-FR" dirty="0" err="1">
                <a:sym typeface="Wingdings" panose="05000000000000000000" pitchFamily="2" charset="2"/>
              </a:rPr>
              <a:t>uv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add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numpy</a:t>
            </a:r>
            <a:r>
              <a:rPr lang="fr-FR" dirty="0">
                <a:sym typeface="Wingdings" panose="05000000000000000000" pitchFamily="2" charset="2"/>
              </a:rPr>
              <a:t>    # </a:t>
            </a:r>
            <a:r>
              <a:rPr lang="fr-FR" dirty="0" err="1">
                <a:sym typeface="Wingdings" panose="05000000000000000000" pitchFamily="2" charset="2"/>
              </a:rPr>
              <a:t>pip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install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numpy</a:t>
            </a:r>
            <a:r>
              <a:rPr lang="fr-FR" dirty="0">
                <a:sym typeface="Wingdings" panose="05000000000000000000" pitchFamily="2" charset="2"/>
              </a:rPr>
              <a:t> + mise à jour du fichier de </a:t>
            </a:r>
            <a:r>
              <a:rPr lang="fr-FR" dirty="0" smtClean="0">
                <a:sym typeface="Wingdings" panose="05000000000000000000" pitchFamily="2" charset="2"/>
              </a:rPr>
              <a:t>projet </a:t>
            </a:r>
            <a:r>
              <a:rPr lang="fr-FR" altLang="fr-FR" dirty="0" err="1">
                <a:latin typeface="Arial Unicode MS"/>
              </a:rPr>
              <a:t>pyproject.toml</a:t>
            </a:r>
            <a:r>
              <a:rPr lang="fr-FR" altLang="fr-FR" sz="3600" dirty="0"/>
              <a:t>, </a:t>
            </a:r>
            <a:r>
              <a:rPr lang="fr-FR" altLang="fr-FR" dirty="0">
                <a:latin typeface="Arial Unicode MS"/>
              </a:rPr>
              <a:t>requirements.txt</a:t>
            </a:r>
            <a:r>
              <a:rPr lang="fr-FR" altLang="fr-FR" sz="3600" dirty="0"/>
              <a:t> </a:t>
            </a: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 smtClean="0">
                <a:sym typeface="Wingdings" panose="05000000000000000000" pitchFamily="2" charset="2"/>
              </a:rPr>
              <a:t>Liste des </a:t>
            </a:r>
            <a:r>
              <a:rPr lang="fr-FR" dirty="0" err="1" smtClean="0">
                <a:sym typeface="Wingdings" panose="05000000000000000000" pitchFamily="2" charset="2"/>
              </a:rPr>
              <a:t>pakages</a:t>
            </a:r>
            <a:endParaRPr lang="fr-F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 err="1">
                <a:sym typeface="Wingdings" panose="05000000000000000000" pitchFamily="2" charset="2"/>
              </a:rPr>
              <a:t>uv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pip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 smtClean="0">
                <a:sym typeface="Wingdings" panose="05000000000000000000" pitchFamily="2" charset="2"/>
              </a:rPr>
              <a:t>list</a:t>
            </a:r>
            <a:endParaRPr lang="fr-F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FR" dirty="0" err="1">
                <a:sym typeface="Wingdings" panose="05000000000000000000" pitchFamily="2" charset="2"/>
              </a:rPr>
              <a:t>uv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pip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tree</a:t>
            </a:r>
            <a:endParaRPr lang="fr-FR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4899378" y="1433689"/>
            <a:ext cx="68451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uv</a:t>
            </a:r>
            <a:r>
              <a:rPr lang="fr-FR" dirty="0"/>
              <a:t> </a:t>
            </a:r>
            <a:r>
              <a:rPr lang="fr-FR" dirty="0" err="1"/>
              <a:t>pip</a:t>
            </a:r>
            <a:r>
              <a:rPr lang="fr-FR" dirty="0"/>
              <a:t> show </a:t>
            </a:r>
            <a:r>
              <a:rPr lang="fr-FR" dirty="0" err="1"/>
              <a:t>numpy</a:t>
            </a:r>
            <a:endParaRPr lang="fr-FR" dirty="0"/>
          </a:p>
          <a:p>
            <a:r>
              <a:rPr lang="fr-FR" dirty="0"/>
              <a:t>Name: </a:t>
            </a:r>
            <a:r>
              <a:rPr lang="fr-FR" dirty="0" err="1"/>
              <a:t>numpy</a:t>
            </a:r>
            <a:endParaRPr lang="fr-FR" dirty="0"/>
          </a:p>
          <a:p>
            <a:r>
              <a:rPr lang="fr-FR" dirty="0"/>
              <a:t>Version: 1.24.4</a:t>
            </a:r>
          </a:p>
          <a:p>
            <a:r>
              <a:rPr lang="fr-FR" dirty="0"/>
              <a:t>Location: C:\Users\toussaij\test_python3.8_uv\.venv\Lib\site-packages</a:t>
            </a:r>
          </a:p>
          <a:p>
            <a:r>
              <a:rPr lang="fr-FR" dirty="0" err="1"/>
              <a:t>Requires</a:t>
            </a:r>
            <a:r>
              <a:rPr lang="fr-FR" dirty="0"/>
              <a:t>:</a:t>
            </a:r>
          </a:p>
          <a:p>
            <a:r>
              <a:rPr lang="fr-FR" dirty="0" err="1"/>
              <a:t>Required</a:t>
            </a:r>
            <a:r>
              <a:rPr lang="fr-FR" dirty="0"/>
              <a:t>-by:</a:t>
            </a:r>
          </a:p>
        </p:txBody>
      </p:sp>
    </p:spTree>
    <p:extLst>
      <p:ext uri="{BB962C8B-B14F-4D97-AF65-F5344CB8AC3E}">
        <p14:creationId xmlns:p14="http://schemas.microsoft.com/office/powerpoint/2010/main" val="16760439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265</Words>
  <Application>Microsoft Office PowerPoint</Application>
  <PresentationFormat>Grand écran</PresentationFormat>
  <Paragraphs>91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Wingdings</vt:lpstr>
      <vt:lpstr>Thème Office</vt:lpstr>
      <vt:lpstr>Connexion sous linux</vt:lpstr>
      <vt:lpstr>Présentation PowerPoint</vt:lpstr>
      <vt:lpstr>Présentation PowerPoint</vt:lpstr>
      <vt:lpstr>Présentation PowerPoint</vt:lpstr>
      <vt:lpstr>Packager uv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toussaij</dc:creator>
  <cp:lastModifiedBy>toussaij</cp:lastModifiedBy>
  <cp:revision>36</cp:revision>
  <dcterms:created xsi:type="dcterms:W3CDTF">2025-10-11T13:13:48Z</dcterms:created>
  <dcterms:modified xsi:type="dcterms:W3CDTF">2025-11-12T12:07:17Z</dcterms:modified>
</cp:coreProperties>
</file>