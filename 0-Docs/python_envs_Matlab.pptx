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51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9DB24-8676-4CEF-B97F-8855D8F34318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8E820-FB2E-4AF0-91F3-915DD34E73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9746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9DB24-8676-4CEF-B97F-8855D8F34318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8E820-FB2E-4AF0-91F3-915DD34E73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3855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9DB24-8676-4CEF-B97F-8855D8F34318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8E820-FB2E-4AF0-91F3-915DD34E73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5381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9DB24-8676-4CEF-B97F-8855D8F34318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8E820-FB2E-4AF0-91F3-915DD34E73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4006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9DB24-8676-4CEF-B97F-8855D8F34318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8E820-FB2E-4AF0-91F3-915DD34E73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8191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9DB24-8676-4CEF-B97F-8855D8F34318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8E820-FB2E-4AF0-91F3-915DD34E73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2368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9DB24-8676-4CEF-B97F-8855D8F34318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8E820-FB2E-4AF0-91F3-915DD34E73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6516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9DB24-8676-4CEF-B97F-8855D8F34318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8E820-FB2E-4AF0-91F3-915DD34E73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3573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9DB24-8676-4CEF-B97F-8855D8F34318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8E820-FB2E-4AF0-91F3-915DD34E73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3125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9DB24-8676-4CEF-B97F-8855D8F34318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8E820-FB2E-4AF0-91F3-915DD34E73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6680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9DB24-8676-4CEF-B97F-8855D8F34318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8E820-FB2E-4AF0-91F3-915DD34E73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8794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69DB24-8676-4CEF-B97F-8855D8F34318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88E820-FB2E-4AF0-91F3-915DD34E73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2744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/>
          <p:cNvSpPr txBox="1"/>
          <p:nvPr/>
        </p:nvSpPr>
        <p:spPr>
          <a:xfrm>
            <a:off x="959556" y="474134"/>
            <a:ext cx="76144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000" dirty="0"/>
              <a:t>Environnements </a:t>
            </a:r>
            <a:r>
              <a:rPr lang="fr-FR" sz="4000" dirty="0" smtClean="0"/>
              <a:t>Python avec </a:t>
            </a:r>
            <a:r>
              <a:rPr lang="fr-FR" sz="4000" dirty="0" err="1" smtClean="0"/>
              <a:t>conda</a:t>
            </a:r>
            <a:endParaRPr lang="fr-FR" sz="4000" dirty="0"/>
          </a:p>
        </p:txBody>
      </p:sp>
      <p:sp>
        <p:nvSpPr>
          <p:cNvPr id="7" name="ZoneTexte 6"/>
          <p:cNvSpPr txBox="1"/>
          <p:nvPr/>
        </p:nvSpPr>
        <p:spPr>
          <a:xfrm>
            <a:off x="959556" y="1332089"/>
            <a:ext cx="7910499" cy="347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smtClean="0"/>
              <a:t>Dans Anaconda </a:t>
            </a:r>
            <a:r>
              <a:rPr lang="fr-FR" sz="2000" dirty="0" err="1" smtClean="0"/>
              <a:t>Powershell</a:t>
            </a:r>
            <a:r>
              <a:rPr lang="fr-FR" sz="2000" dirty="0" smtClean="0"/>
              <a:t> </a:t>
            </a:r>
          </a:p>
          <a:p>
            <a:r>
              <a:rPr lang="fr-FR" sz="2000" dirty="0" err="1" smtClean="0"/>
              <a:t>conda</a:t>
            </a:r>
            <a:r>
              <a:rPr lang="fr-FR" sz="2000" dirty="0" smtClean="0"/>
              <a:t> </a:t>
            </a:r>
            <a:r>
              <a:rPr lang="fr-FR" sz="2000" dirty="0" err="1" smtClean="0"/>
              <a:t>create</a:t>
            </a:r>
            <a:r>
              <a:rPr lang="fr-FR" sz="2000" dirty="0" smtClean="0"/>
              <a:t> --</a:t>
            </a:r>
            <a:r>
              <a:rPr lang="fr-FR" sz="2000" dirty="0" err="1" smtClean="0"/>
              <a:t>prefix</a:t>
            </a:r>
            <a:r>
              <a:rPr lang="fr-FR" sz="2000" dirty="0" smtClean="0"/>
              <a:t> C:\Users\toussaij\my_envs\mon_env3.8  python=3.8</a:t>
            </a:r>
          </a:p>
          <a:p>
            <a:endParaRPr lang="fr-FR" sz="2000" dirty="0"/>
          </a:p>
          <a:p>
            <a:r>
              <a:rPr lang="fr-FR" sz="2000" dirty="0" smtClean="0"/>
              <a:t>Pour activer l’environnement mon_env3.8</a:t>
            </a:r>
          </a:p>
          <a:p>
            <a:r>
              <a:rPr lang="fr-FR" sz="2000" dirty="0" err="1" smtClean="0"/>
              <a:t>conda</a:t>
            </a:r>
            <a:r>
              <a:rPr lang="fr-FR" sz="2000" dirty="0" smtClean="0"/>
              <a:t> </a:t>
            </a:r>
            <a:r>
              <a:rPr lang="fr-FR" sz="2000" dirty="0" err="1" smtClean="0"/>
              <a:t>activate</a:t>
            </a:r>
            <a:r>
              <a:rPr lang="fr-FR" sz="2000" dirty="0" smtClean="0"/>
              <a:t> C:\Users\toussaij\my_envs\mon_env3.8</a:t>
            </a:r>
          </a:p>
          <a:p>
            <a:endParaRPr lang="fr-FR" sz="2000" dirty="0"/>
          </a:p>
          <a:p>
            <a:r>
              <a:rPr lang="fr-FR" sz="2000" dirty="0" smtClean="0"/>
              <a:t>Pour voir les packages</a:t>
            </a:r>
          </a:p>
          <a:p>
            <a:r>
              <a:rPr lang="fr-FR" sz="2000" dirty="0" err="1" smtClean="0"/>
              <a:t>conda</a:t>
            </a:r>
            <a:r>
              <a:rPr lang="fr-FR" sz="2000" dirty="0" smtClean="0"/>
              <a:t> </a:t>
            </a:r>
            <a:r>
              <a:rPr lang="fr-FR" sz="2000" dirty="0" err="1" smtClean="0"/>
              <a:t>list</a:t>
            </a:r>
            <a:endParaRPr lang="fr-FR" sz="2000" dirty="0" smtClean="0"/>
          </a:p>
          <a:p>
            <a:endParaRPr lang="fr-FR" sz="2000" dirty="0"/>
          </a:p>
          <a:p>
            <a:r>
              <a:rPr lang="fr-FR" sz="2000" dirty="0" smtClean="0"/>
              <a:t>Pour installer le package </a:t>
            </a:r>
            <a:r>
              <a:rPr lang="fr-FR" sz="2000" dirty="0" err="1" smtClean="0"/>
              <a:t>numpy</a:t>
            </a:r>
            <a:endParaRPr lang="fr-FR" sz="2000" dirty="0" smtClean="0"/>
          </a:p>
          <a:p>
            <a:r>
              <a:rPr lang="fr-FR" sz="2000" dirty="0" err="1"/>
              <a:t>c</a:t>
            </a:r>
            <a:r>
              <a:rPr lang="fr-FR" sz="2000" dirty="0" err="1" smtClean="0"/>
              <a:t>onda</a:t>
            </a:r>
            <a:r>
              <a:rPr lang="fr-FR" sz="2000" dirty="0" smtClean="0"/>
              <a:t> </a:t>
            </a:r>
            <a:r>
              <a:rPr lang="fr-FR" sz="2000" dirty="0" err="1" smtClean="0"/>
              <a:t>install</a:t>
            </a:r>
            <a:r>
              <a:rPr lang="fr-FR" sz="2000" dirty="0" smtClean="0"/>
              <a:t> </a:t>
            </a:r>
            <a:r>
              <a:rPr lang="fr-FR" sz="2000" dirty="0" err="1" smtClean="0"/>
              <a:t>numpy</a:t>
            </a:r>
            <a:endParaRPr lang="fr-FR" sz="2000" dirty="0" smtClean="0"/>
          </a:p>
        </p:txBody>
      </p:sp>
    </p:spTree>
    <p:extLst>
      <p:ext uri="{BB962C8B-B14F-4D97-AF65-F5344CB8AC3E}">
        <p14:creationId xmlns:p14="http://schemas.microsoft.com/office/powerpoint/2010/main" val="2035068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/>
          <p:cNvSpPr txBox="1"/>
          <p:nvPr/>
        </p:nvSpPr>
        <p:spPr>
          <a:xfrm>
            <a:off x="959556" y="474134"/>
            <a:ext cx="7635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000" dirty="0" smtClean="0"/>
              <a:t>Environnement Python sous Matlab</a:t>
            </a:r>
            <a:endParaRPr lang="fr-FR" sz="4000" dirty="0"/>
          </a:p>
        </p:txBody>
      </p:sp>
      <p:sp>
        <p:nvSpPr>
          <p:cNvPr id="7" name="ZoneTexte 6"/>
          <p:cNvSpPr txBox="1"/>
          <p:nvPr/>
        </p:nvSpPr>
        <p:spPr>
          <a:xfrm>
            <a:off x="959556" y="1332089"/>
            <a:ext cx="9364358" cy="4093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smtClean="0"/>
              <a:t>Dans Matlab</a:t>
            </a:r>
          </a:p>
          <a:p>
            <a:r>
              <a:rPr lang="fr-FR" sz="2000" dirty="0" err="1" smtClean="0"/>
              <a:t>pyenv</a:t>
            </a:r>
            <a:r>
              <a:rPr lang="fr-FR" sz="2000" dirty="0" smtClean="0"/>
              <a:t>('Version', 'C:\</a:t>
            </a:r>
            <a:r>
              <a:rPr lang="fr-FR" sz="2000" dirty="0" err="1" smtClean="0"/>
              <a:t>Users</a:t>
            </a:r>
            <a:r>
              <a:rPr lang="fr-FR" sz="2000" dirty="0" smtClean="0"/>
              <a:t>\toussaij\</a:t>
            </a:r>
            <a:r>
              <a:rPr lang="fr-FR" sz="2000" dirty="0" err="1" smtClean="0"/>
              <a:t>my_envs</a:t>
            </a:r>
            <a:r>
              <a:rPr lang="fr-FR" sz="2000" dirty="0" smtClean="0"/>
              <a:t>\mon_env3.8\python.exe')</a:t>
            </a:r>
          </a:p>
          <a:p>
            <a:endParaRPr lang="fr-FR" sz="2000" dirty="0"/>
          </a:p>
          <a:p>
            <a:r>
              <a:rPr lang="fr-FR" sz="2000" dirty="0" smtClean="0"/>
              <a:t>Utilisation de </a:t>
            </a:r>
            <a:r>
              <a:rPr lang="fr-FR" sz="2000" dirty="0" err="1" smtClean="0"/>
              <a:t>numpy</a:t>
            </a:r>
            <a:endParaRPr lang="fr-FR" sz="2000" dirty="0" smtClean="0"/>
          </a:p>
          <a:p>
            <a:r>
              <a:rPr lang="fr-FR" sz="2000" dirty="0" smtClean="0"/>
              <a:t>a = double(</a:t>
            </a:r>
            <a:r>
              <a:rPr lang="fr-FR" sz="2000" dirty="0" err="1" smtClean="0"/>
              <a:t>py.numpy.mean</a:t>
            </a:r>
            <a:r>
              <a:rPr lang="fr-FR" sz="2000" dirty="0" smtClean="0"/>
              <a:t>(</a:t>
            </a:r>
            <a:r>
              <a:rPr lang="fr-FR" sz="2000" dirty="0" err="1" smtClean="0"/>
              <a:t>py.numpy.array</a:t>
            </a:r>
            <a:r>
              <a:rPr lang="fr-FR" sz="2000" dirty="0" smtClean="0"/>
              <a:t>([1,2,3])));</a:t>
            </a:r>
          </a:p>
          <a:p>
            <a:endParaRPr lang="fr-FR" sz="2000" dirty="0" smtClean="0"/>
          </a:p>
          <a:p>
            <a:r>
              <a:rPr lang="fr-FR" sz="2000" dirty="0" smtClean="0"/>
              <a:t>Création du module python mon_module.py dans </a:t>
            </a:r>
            <a:r>
              <a:rPr lang="fr-FR" sz="2000" b="1" dirty="0"/>
              <a:t>C:\Users\toussaij\Matlab_Python3.8</a:t>
            </a:r>
            <a:endParaRPr lang="fr-FR" sz="2000" dirty="0"/>
          </a:p>
          <a:p>
            <a:r>
              <a:rPr lang="fr-FR" sz="2000" dirty="0" smtClean="0"/>
              <a:t>Ajout dans Matlab du chemin du module</a:t>
            </a:r>
          </a:p>
          <a:p>
            <a:r>
              <a:rPr lang="fr-FR" sz="2000" dirty="0" smtClean="0"/>
              <a:t>insert(</a:t>
            </a:r>
            <a:r>
              <a:rPr lang="fr-FR" sz="2000" dirty="0" err="1" smtClean="0"/>
              <a:t>py.sys.path</a:t>
            </a:r>
            <a:r>
              <a:rPr lang="fr-FR" sz="2000" dirty="0"/>
              <a:t>, int32(0), 'C:\</a:t>
            </a:r>
            <a:r>
              <a:rPr lang="fr-FR" sz="2000" dirty="0" err="1"/>
              <a:t>Users</a:t>
            </a:r>
            <a:r>
              <a:rPr lang="fr-FR" sz="2000" dirty="0"/>
              <a:t>\toussaij\Matlab_Python3.8</a:t>
            </a:r>
            <a:r>
              <a:rPr lang="fr-FR" sz="2000" dirty="0" smtClean="0"/>
              <a:t>');</a:t>
            </a:r>
          </a:p>
          <a:p>
            <a:endParaRPr lang="fr-FR" sz="2000" dirty="0"/>
          </a:p>
          <a:p>
            <a:r>
              <a:rPr lang="fr-FR" sz="2000" dirty="0" smtClean="0"/>
              <a:t>Test du module </a:t>
            </a:r>
          </a:p>
          <a:p>
            <a:r>
              <a:rPr lang="fr-FR" sz="2000" dirty="0" err="1" smtClean="0"/>
              <a:t>resultat</a:t>
            </a:r>
            <a:r>
              <a:rPr lang="fr-FR" sz="2000" dirty="0" smtClean="0"/>
              <a:t> = </a:t>
            </a:r>
            <a:r>
              <a:rPr lang="fr-FR" sz="2000" dirty="0" err="1" smtClean="0"/>
              <a:t>py.mon_module.ajoute</a:t>
            </a:r>
            <a:r>
              <a:rPr lang="fr-FR" sz="2000" dirty="0" smtClean="0"/>
              <a:t>(2, 3);</a:t>
            </a:r>
          </a:p>
          <a:p>
            <a:endParaRPr lang="fr-FR" sz="2000" dirty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4119" y="3709150"/>
            <a:ext cx="3724795" cy="943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958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8302534"/>
              </p:ext>
            </p:extLst>
          </p:nvPr>
        </p:nvGraphicFramePr>
        <p:xfrm>
          <a:off x="959556" y="1425170"/>
          <a:ext cx="5384800" cy="2377440"/>
        </p:xfrm>
        <a:graphic>
          <a:graphicData uri="http://schemas.openxmlformats.org/drawingml/2006/table">
            <a:tbl>
              <a:tblPr/>
              <a:tblGrid>
                <a:gridCol w="2692400">
                  <a:extLst>
                    <a:ext uri="{9D8B030D-6E8A-4147-A177-3AD203B41FA5}">
                      <a16:colId xmlns:a16="http://schemas.microsoft.com/office/drawing/2014/main" val="4096603066"/>
                    </a:ext>
                  </a:extLst>
                </a:gridCol>
                <a:gridCol w="2692400">
                  <a:extLst>
                    <a:ext uri="{9D8B030D-6E8A-4147-A177-3AD203B41FA5}">
                      <a16:colId xmlns:a16="http://schemas.microsoft.com/office/drawing/2014/main" val="23680713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fr-FR" sz="2000"/>
                        <a:t>MATLAB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2000"/>
                        <a:t>Python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14663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2000" dirty="0"/>
                        <a:t>double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2000"/>
                        <a:t>float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65050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2000"/>
                        <a:t>char ou string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2000"/>
                        <a:t>str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77001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2000" dirty="0" err="1"/>
                        <a:t>cell</a:t>
                      </a:r>
                      <a:endParaRPr lang="fr-FR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2000"/>
                        <a:t>list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31906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2000" dirty="0" err="1"/>
                        <a:t>struct</a:t>
                      </a:r>
                      <a:endParaRPr lang="fr-FR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2000"/>
                        <a:t>dict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53151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2000"/>
                        <a:t>py.* objets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2000" dirty="0"/>
                        <a:t>restitués tels quels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8480261"/>
                  </a:ext>
                </a:extLst>
              </a:tr>
            </a:tbl>
          </a:graphicData>
        </a:graphic>
      </p:graphicFrame>
      <p:sp>
        <p:nvSpPr>
          <p:cNvPr id="5" name="ZoneTexte 4"/>
          <p:cNvSpPr txBox="1"/>
          <p:nvPr/>
        </p:nvSpPr>
        <p:spPr>
          <a:xfrm>
            <a:off x="959556" y="474134"/>
            <a:ext cx="91468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000" dirty="0" smtClean="0"/>
              <a:t>Conversion des variables Python en Matlab</a:t>
            </a:r>
            <a:endParaRPr lang="fr-FR" sz="4000" dirty="0"/>
          </a:p>
        </p:txBody>
      </p:sp>
      <p:sp>
        <p:nvSpPr>
          <p:cNvPr id="6" name="ZoneTexte 5"/>
          <p:cNvSpPr txBox="1"/>
          <p:nvPr/>
        </p:nvSpPr>
        <p:spPr>
          <a:xfrm>
            <a:off x="959556" y="4045760"/>
            <a:ext cx="372332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A = </a:t>
            </a:r>
            <a:r>
              <a:rPr lang="fr-FR" dirty="0" err="1" smtClean="0"/>
              <a:t>py.numpy.array</a:t>
            </a:r>
            <a:r>
              <a:rPr lang="fr-FR" dirty="0" smtClean="0"/>
              <a:t>([1, 2, 3, 4, 5])</a:t>
            </a:r>
          </a:p>
          <a:p>
            <a:r>
              <a:rPr lang="fr-FR" dirty="0" smtClean="0"/>
              <a:t>Amat = double(A)</a:t>
            </a:r>
          </a:p>
          <a:p>
            <a:endParaRPr lang="fr-FR" dirty="0"/>
          </a:p>
          <a:p>
            <a:r>
              <a:rPr lang="fr-FR" dirty="0" smtClean="0"/>
              <a:t>T = </a:t>
            </a:r>
            <a:r>
              <a:rPr lang="fr-FR" dirty="0" err="1" smtClean="0"/>
              <a:t>py.mon_module.genere_tableau</a:t>
            </a:r>
            <a:r>
              <a:rPr lang="fr-FR" dirty="0" smtClean="0"/>
              <a:t>()</a:t>
            </a:r>
          </a:p>
          <a:p>
            <a:r>
              <a:rPr lang="fr-FR" dirty="0" err="1" smtClean="0"/>
              <a:t>Tmat</a:t>
            </a:r>
            <a:r>
              <a:rPr lang="fr-FR" dirty="0" smtClean="0"/>
              <a:t> = double(T)</a:t>
            </a:r>
          </a:p>
          <a:p>
            <a:endParaRPr lang="fr-FR" dirty="0"/>
          </a:p>
          <a:p>
            <a:r>
              <a:rPr lang="fr-FR" dirty="0" smtClean="0"/>
              <a:t>D = </a:t>
            </a:r>
            <a:r>
              <a:rPr lang="fr-FR" dirty="0" err="1" smtClean="0"/>
              <a:t>py.mon_module.genere_dict</a:t>
            </a:r>
            <a:r>
              <a:rPr lang="fr-FR" dirty="0" smtClean="0"/>
              <a:t>()</a:t>
            </a:r>
          </a:p>
          <a:p>
            <a:r>
              <a:rPr lang="fr-FR" dirty="0" err="1" smtClean="0"/>
              <a:t>Dmat</a:t>
            </a:r>
            <a:r>
              <a:rPr lang="fr-FR" dirty="0" smtClean="0"/>
              <a:t>=</a:t>
            </a:r>
            <a:r>
              <a:rPr lang="fr-FR" dirty="0" err="1" smtClean="0"/>
              <a:t>struct</a:t>
            </a:r>
            <a:r>
              <a:rPr lang="fr-FR" dirty="0" smtClean="0"/>
              <a:t>(D)</a:t>
            </a:r>
            <a:endParaRPr lang="fr-FR" dirty="0"/>
          </a:p>
        </p:txBody>
      </p:sp>
      <p:sp>
        <p:nvSpPr>
          <p:cNvPr id="9" name="ZoneTexte 8"/>
          <p:cNvSpPr txBox="1"/>
          <p:nvPr/>
        </p:nvSpPr>
        <p:spPr>
          <a:xfrm>
            <a:off x="6773333" y="3379716"/>
            <a:ext cx="2092239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Amat =</a:t>
            </a:r>
          </a:p>
          <a:p>
            <a:r>
              <a:rPr lang="fr-FR" dirty="0" smtClean="0"/>
              <a:t>     1     2     3     4     5</a:t>
            </a:r>
          </a:p>
          <a:p>
            <a:endParaRPr lang="fr-FR" dirty="0"/>
          </a:p>
          <a:p>
            <a:r>
              <a:rPr lang="sv-SE" dirty="0" smtClean="0"/>
              <a:t>Tmat =</a:t>
            </a:r>
          </a:p>
          <a:p>
            <a:r>
              <a:rPr lang="sv-SE" dirty="0" smtClean="0"/>
              <a:t>    1.5000    2.5000</a:t>
            </a:r>
          </a:p>
          <a:p>
            <a:r>
              <a:rPr lang="sv-SE" dirty="0" smtClean="0"/>
              <a:t>    3.5000    4.5000</a:t>
            </a:r>
          </a:p>
          <a:p>
            <a:endParaRPr lang="sv-SE" dirty="0"/>
          </a:p>
          <a:p>
            <a:r>
              <a:rPr lang="en-US" dirty="0" err="1" smtClean="0"/>
              <a:t>Dmat</a:t>
            </a:r>
            <a:r>
              <a:rPr lang="en-US" dirty="0" smtClean="0"/>
              <a:t> = </a:t>
            </a:r>
          </a:p>
          <a:p>
            <a:r>
              <a:rPr lang="en-US" dirty="0" smtClean="0"/>
              <a:t>  </a:t>
            </a:r>
            <a:r>
              <a:rPr lang="en-US" dirty="0" err="1" smtClean="0"/>
              <a:t>struct</a:t>
            </a:r>
            <a:r>
              <a:rPr lang="en-US" dirty="0" smtClean="0"/>
              <a:t> with fields:</a:t>
            </a:r>
          </a:p>
          <a:p>
            <a:r>
              <a:rPr lang="en-US" dirty="0" smtClean="0"/>
              <a:t>    a: [1×1 py.int]</a:t>
            </a:r>
          </a:p>
          <a:p>
            <a:r>
              <a:rPr lang="en-US" dirty="0" smtClean="0"/>
              <a:t>    b: [1×1 py.int]</a:t>
            </a:r>
            <a:endParaRPr lang="fr-FR" dirty="0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8974" y="1223046"/>
            <a:ext cx="4086795" cy="278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031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959556" y="474134"/>
            <a:ext cx="557729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000" dirty="0" smtClean="0"/>
              <a:t>Python depuis python.org</a:t>
            </a:r>
            <a:endParaRPr lang="fr-FR" sz="4000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379141"/>
              </p:ext>
            </p:extLst>
          </p:nvPr>
        </p:nvGraphicFramePr>
        <p:xfrm>
          <a:off x="1490131" y="1713088"/>
          <a:ext cx="7552268" cy="492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8067">
                  <a:extLst>
                    <a:ext uri="{9D8B030D-6E8A-4147-A177-3AD203B41FA5}">
                      <a16:colId xmlns:a16="http://schemas.microsoft.com/office/drawing/2014/main" val="3665570713"/>
                    </a:ext>
                  </a:extLst>
                </a:gridCol>
                <a:gridCol w="1888067">
                  <a:extLst>
                    <a:ext uri="{9D8B030D-6E8A-4147-A177-3AD203B41FA5}">
                      <a16:colId xmlns:a16="http://schemas.microsoft.com/office/drawing/2014/main" val="1406489826"/>
                    </a:ext>
                  </a:extLst>
                </a:gridCol>
                <a:gridCol w="1888067">
                  <a:extLst>
                    <a:ext uri="{9D8B030D-6E8A-4147-A177-3AD203B41FA5}">
                      <a16:colId xmlns:a16="http://schemas.microsoft.com/office/drawing/2014/main" val="2372418292"/>
                    </a:ext>
                  </a:extLst>
                </a:gridCol>
                <a:gridCol w="1888067">
                  <a:extLst>
                    <a:ext uri="{9D8B030D-6E8A-4147-A177-3AD203B41FA5}">
                      <a16:colId xmlns:a16="http://schemas.microsoft.com/office/drawing/2014/main" val="8632525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Version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fr-FR"/>
                        <a:t>MATLAB Interface</a:t>
                      </a:r>
                      <a:br>
                        <a:rPr lang="fr-FR"/>
                      </a:br>
                      <a:r>
                        <a:rPr lang="fr-FR"/>
                        <a:t>MATLAB Engine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fr-FR"/>
                        <a:t>MATLAB Compiler SDK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fr-FR"/>
                        <a:t>MATLAB Production Server Client Library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659581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/>
                        <a:t>R2025a</a:t>
                      </a:r>
                    </a:p>
                  </a:txBody>
                  <a:tcPr marL="9525" marR="9525" marT="9525" marB="9525" anchor="b"/>
                </a:tc>
                <a:tc>
                  <a:txBody>
                    <a:bodyPr/>
                    <a:lstStyle/>
                    <a:p>
                      <a:r>
                        <a:rPr lang="fr-FR"/>
                        <a:t>3.9, 3.10, 3.11, 3.12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fr-FR"/>
                        <a:t>3.9, 3.10, 3.11, 3.12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fr-FR"/>
                        <a:t>3.9, 3.10, 3.11, 3.12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747023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/>
                        <a:t>R2024b</a:t>
                      </a:r>
                    </a:p>
                  </a:txBody>
                  <a:tcPr marL="9525" marR="9525" marT="9525" marB="9525" anchor="b"/>
                </a:tc>
                <a:tc>
                  <a:txBody>
                    <a:bodyPr/>
                    <a:lstStyle/>
                    <a:p>
                      <a:r>
                        <a:rPr lang="fr-FR"/>
                        <a:t>3.9, 3.10, 3.11, 3.12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fr-FR"/>
                        <a:t>3.9, 3.10, 3.11, 3.12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fr-FR"/>
                        <a:t>3.9, 3.10, 3.11, 3.12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0244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/>
                        <a:t>R2024a</a:t>
                      </a:r>
                    </a:p>
                  </a:txBody>
                  <a:tcPr marL="9525" marR="9525" marT="9525" marB="9525" anchor="b"/>
                </a:tc>
                <a:tc>
                  <a:txBody>
                    <a:bodyPr/>
                    <a:lstStyle/>
                    <a:p>
                      <a:r>
                        <a:rPr lang="fr-FR"/>
                        <a:t>3.9, 3.10, 3.11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fr-FR"/>
                        <a:t>3.9, 3.10, 3.11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fr-FR"/>
                        <a:t>3.9, 3.10, 3.11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00421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/>
                        <a:t>R2023b</a:t>
                      </a:r>
                    </a:p>
                  </a:txBody>
                  <a:tcPr marL="9525" marR="9525" marT="9525" marB="9525" anchor="b"/>
                </a:tc>
                <a:tc>
                  <a:txBody>
                    <a:bodyPr/>
                    <a:lstStyle/>
                    <a:p>
                      <a:r>
                        <a:rPr lang="fr-FR"/>
                        <a:t>3.9, 3.10, 3.11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fr-FR"/>
                        <a:t>3.9, 3.10, 3.11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fr-FR"/>
                        <a:t>3.9, 3.10, 3.11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979625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/>
                        <a:t>R2023a</a:t>
                      </a:r>
                    </a:p>
                  </a:txBody>
                  <a:tcPr marL="9525" marR="9525" marT="9525" marB="9525" anchor="b"/>
                </a:tc>
                <a:tc>
                  <a:txBody>
                    <a:bodyPr/>
                    <a:lstStyle/>
                    <a:p>
                      <a:r>
                        <a:rPr lang="fr-FR"/>
                        <a:t>3.8, 3.9, 3.10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fr-FR"/>
                        <a:t>3.8, 3.9, 3.10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fr-FR"/>
                        <a:t>3.8, 3.9, 3.10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114994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/>
                        <a:t>R2022b</a:t>
                      </a:r>
                    </a:p>
                  </a:txBody>
                  <a:tcPr marL="9525" marR="9525" marT="9525" marB="9525" anchor="b"/>
                </a:tc>
                <a:tc>
                  <a:txBody>
                    <a:bodyPr/>
                    <a:lstStyle/>
                    <a:p>
                      <a:r>
                        <a:rPr lang="fr-FR"/>
                        <a:t>2.7, 3.8, 3.9, 3.10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fr-FR"/>
                        <a:t>2.7, 3.8, 3.9, 3.10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fr-FR"/>
                        <a:t>3.8, 3.9, 3.10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37858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/>
                        <a:t>R2022a</a:t>
                      </a:r>
                    </a:p>
                  </a:txBody>
                  <a:tcPr marL="9525" marR="9525" marT="9525" marB="9525" anchor="b"/>
                </a:tc>
                <a:tc>
                  <a:txBody>
                    <a:bodyPr/>
                    <a:lstStyle/>
                    <a:p>
                      <a:r>
                        <a:rPr lang="fr-FR"/>
                        <a:t>2.7, 3.8, 3.9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fr-FR"/>
                        <a:t>2.7, 3.8, 3.9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fr-FR"/>
                        <a:t>2.7, 3.8, 3.9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84845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/>
                        <a:t>R2021b</a:t>
                      </a:r>
                    </a:p>
                  </a:txBody>
                  <a:tcPr marL="9525" marR="9525" marT="9525" marB="9525" anchor="b"/>
                </a:tc>
                <a:tc>
                  <a:txBody>
                    <a:bodyPr/>
                    <a:lstStyle/>
                    <a:p>
                      <a:r>
                        <a:rPr lang="fr-FR"/>
                        <a:t>2.7, 3.7, 3.8, 3.9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fr-FR"/>
                        <a:t>2.7, 3.7, 3.8, 3.9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fr-FR"/>
                        <a:t>2.7, 3.7, 3.8, 3.9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038621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/>
                        <a:t>R2021a</a:t>
                      </a:r>
                    </a:p>
                  </a:txBody>
                  <a:tcPr marL="9525" marR="9525" marT="9525" marB="9525" anchor="b"/>
                </a:tc>
                <a:tc>
                  <a:txBody>
                    <a:bodyPr/>
                    <a:lstStyle/>
                    <a:p>
                      <a:r>
                        <a:rPr lang="fr-FR"/>
                        <a:t>2.7, 3.7, 3.8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fr-FR"/>
                        <a:t>2.7, 3.7, 3.8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fr-FR"/>
                        <a:t>2.7, 3.7, 3.8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000515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/>
                        <a:t>R2020b</a:t>
                      </a:r>
                    </a:p>
                  </a:txBody>
                  <a:tcPr marL="9525" marR="9525" marT="9525" marB="9525" anchor="b"/>
                </a:tc>
                <a:tc>
                  <a:txBody>
                    <a:bodyPr/>
                    <a:lstStyle/>
                    <a:p>
                      <a:r>
                        <a:rPr lang="fr-FR"/>
                        <a:t>2.7, 3.6, 3.7, 3.8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fr-FR"/>
                        <a:t>2.7, 3.6, 3.7, 3.8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fr-FR"/>
                        <a:t>2.7, 3.6, 3.7, 3.8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948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/>
                        <a:t>R2020a</a:t>
                      </a:r>
                    </a:p>
                  </a:txBody>
                  <a:tcPr marL="9525" marR="9525" marT="9525" marB="9525" anchor="b"/>
                </a:tc>
                <a:tc>
                  <a:txBody>
                    <a:bodyPr/>
                    <a:lstStyle/>
                    <a:p>
                      <a:r>
                        <a:rPr lang="fr-FR"/>
                        <a:t>2.7, 3.6, 3.7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fr-FR"/>
                        <a:t>2.7, 3.6, 3.7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2.7, 3.6, 3.7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795416231"/>
                  </a:ext>
                </a:extLst>
              </a:tr>
            </a:tbl>
          </a:graphicData>
        </a:graphic>
      </p:graphicFrame>
      <p:sp>
        <p:nvSpPr>
          <p:cNvPr id="6" name="ZoneTexte 5"/>
          <p:cNvSpPr txBox="1"/>
          <p:nvPr/>
        </p:nvSpPr>
        <p:spPr>
          <a:xfrm>
            <a:off x="1354666" y="1262888"/>
            <a:ext cx="952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Téléchargement de python-3.12.10-amd64.exe  compatible avec MATLAB R2025a et certainement b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7267850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</TotalTime>
  <Words>417</Words>
  <Application>Microsoft Office PowerPoint</Application>
  <PresentationFormat>Grand écran</PresentationFormat>
  <Paragraphs>107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toussaij</dc:creator>
  <cp:lastModifiedBy>toussaij</cp:lastModifiedBy>
  <cp:revision>27</cp:revision>
  <dcterms:created xsi:type="dcterms:W3CDTF">2025-10-11T13:13:48Z</dcterms:created>
  <dcterms:modified xsi:type="dcterms:W3CDTF">2025-11-12T14:11:41Z</dcterms:modified>
</cp:coreProperties>
</file>